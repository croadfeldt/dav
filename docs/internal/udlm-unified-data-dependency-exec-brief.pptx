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73152" cy="22860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UDLM: Unifying All Data</a:t>
            </a:r>
            <a:br/>
            <a:r>
              <a:t>and Dependency Graphs</a:t>
            </a:r>
          </a:p>
          <a:p>
            <a:pPr>
              <a:spcBef>
                <a:spcPts val="1200"/>
              </a:spcBef>
              <a:defRPr sz="2000">
                <a:solidFill>
                  <a:srgbClr val="AAAAAA"/>
                </a:solidFill>
              </a:defRPr>
            </a:pPr>
            <a:r>
              <a:t>Executive Brief — Universal Data Lifecycle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 — Fragmented Data, Invisible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No single system knows what depends on what across the full stack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The VM platform tracks VM→storage. The network tool tracks switch→router. The app platform tracks service→database. Nobody tracks the full chain.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Impact analysis is manual — "If we decommission this storage array, what breaks?" requires walking across 6 tools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Drift is invisible across tool boundaries — a DNS record pointing to the wrong IP is undetectable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Rehydration is impossible without knowing the full dependency graph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Every tool maintains its own inventory — and none of them agree on the numbers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UDLM Does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One data model for everything — every resource is a UDLM entity with a UUID, a four-state lifecycle, field-level provenance, and type classification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One dependency graph across everything — regardless of which tool manages each side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Three types of dependencies tracked: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Declared — stated at request time ("this VM needs an IP address")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Realized — reported by the provider ("this VM was assigned IP 10.0.1.5")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Observed — discovered post-fact ("SBOM shows this container uses library Y")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The gap between declared and observed dependencies IS drift — same detection model for resources and relationships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Four States ARE the Inventory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B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Inventory Question</a:t>
                      </a:r>
                    </a:p>
                  </a:txBody>
                  <a:tcPr>
                    <a:solidFill>
                      <a:srgbClr val="1B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Who Contributes</a:t>
                      </a:r>
                    </a:p>
                  </a:txBody>
                  <a:tcPr>
                    <a:solidFill>
                      <a:srgbClr val="1B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What SHOULD exist? What did we ask for?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Requesting team, service catalog, architecture definition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Requested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What was APPROVED? The governed version?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Policy engine, approval workflow, governance matrix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Realized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What was actually PROVISIONED?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Providers — VMware, OpenShift, network,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Discovered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What actually EXISTS right now?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Observability tools, scanners, runtime probes, network discovery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the Unified Graph Enables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Impact Analysis — one query, seconds (not hours of cross-tool investigation)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→ "What depends on this storage array?" traverses the full graph: storage → volumes → VMs → containers → apps → services → LBs → DNS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Rehydration — replay intents in dependency order, automatically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→ Databases before app tiers, app tiers before web tiers, web tiers before DNS. Sovereignty re-evaluated at every step.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Decommission — cascade safely with full dependent chain visible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→ Reverse-dependency query shows all consumers. Governance matrix determines: notify, wait, migrate, then decommission.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Drift Detection — across the full chain, not just per-tool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→ DNS says 10.0.1.6, compute says 10.0.1.5, dependency says DNS should point to the VM. Detected, correlated, policy responds.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Dependency Graph Spans Every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APPLICATION: React App → API Service → Auth Service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↓                    ↓                  ↓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COMPUTE: Web Pod, App Pod  |  DATABASE: Postgres (Primary + Replica)  |  IDENTITY: OIDC, TLS Cert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↓                              ↓                                        ↓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NETWORK: LB VIP, DNS, ACL  |  STORAGE: PVC, Backup, Snapshot  |  GOVERNANCE: Classification, Sovereignty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↓                              ↓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INFRASTRUCTURE: Host → Rack → Data Center  |  Switch → Router → WAN  |  Storage Array → Disk → RAID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Every arrow is a tracked, typed dependency. Every node has a four-state lifecycle. Every layer is managed by a different provider — but the graph connects them all.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Software Delivery adds another dimension: source → build → dependencies → scan → sign → deploy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One query: "Every deployment running an artifact that depends on log4j, in production, in a HIPAA zone"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Tools Participate — Each Tool Is a Provider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1B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Provides</a:t>
                      </a:r>
                    </a:p>
                  </a:txBody>
                  <a:tcPr>
                    <a:solidFill>
                      <a:srgbClr val="1B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Dependencies It Declares</a:t>
                      </a:r>
                    </a:p>
                  </a:txBody>
                  <a:tcPr>
                    <a:solidFill>
                      <a:srgbClr val="1B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Compute (OpenShift, VMware)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VMs, containers, pods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Depends on: network, storage,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Network (Ansible, Cisco, F5)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IPs, DNS, VIPs, ACLs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Depends on: infrastructure, identity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Storage (Ceph, Pure, NetApp)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Volumes, snapshots, backups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Depends on: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Identity (LDAP, OIDC, Keycloak)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Users, groups, certificates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Depends on: infrastructure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Build (Tekton, Jenkins, Actions)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Artifacts, SBOMs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Depends on: source, libraries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Scanner (Trivy, Grype, Snyk)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Attestations, scan results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Depends on: artifact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Deploy (ArgoCD, Flux, Ansible)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Deployments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Depends on: artifact, compute,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Cost (Koku, CloudHealth)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Cost data, chargeback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Depends on: all metered resources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ITSM (ServiceNow, Jira)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Tickets, approvals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Depends on: governed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This Matters for Sovereignty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Sovereignty applies to the FULL dependency chain, not individual resources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A sovereign workload isn't just a VM in the right region. It's: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A VM in the right region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Connected to storage in the right region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With DNS resolving within the right jurisdiction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Using certificates from an approved authority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Running an application built from approved source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With dependencies scanned and attested</a:t>
            </a:r>
          </a:p>
          <a:p>
            <a:pPr lvl="1">
              <a:spcBef>
                <a:spcPts val="400"/>
              </a:spcBef>
              <a:defRPr sz="1500">
                <a:solidFill>
                  <a:srgbClr val="666666"/>
                </a:solidFill>
              </a:defRPr>
            </a:pPr>
            <a:r>
              <a:t>Governed by policies enforcing all of the above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Without a unified graph: enforce per-tool, hope nothing crosses a boundary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With UDLM: sovereignty policy evaluates the ENTIRE chain — rehydration replays with constraints at every step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UDLM as Unified Inventory — Reconciliation Is Automatic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Reconciliation</a:t>
                      </a:r>
                    </a:p>
                  </a:txBody>
                  <a:tcPr>
                    <a:solidFill>
                      <a:srgbClr val="1B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Catches</a:t>
                      </a:r>
                    </a:p>
                  </a:txBody>
                  <a:tcPr>
                    <a:solidFill>
                      <a:srgbClr val="1B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1B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UDLM</a:t>
                      </a:r>
                    </a:p>
                  </a:txBody>
                  <a:tcPr>
                    <a:solidFill>
                      <a:srgbClr val="1B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Intent vs Discovered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Shadow IT — resources that exist but were never requested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Manual audit, 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Continuous flagging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Requested vs Realized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Provisioning errors — built ≠ approved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Hope and spot-checks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Field-level comparison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Realized vs Discovered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Config drift — something changed post-provisioning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Agent scanning, periodic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Continuous, policy-governed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Intent vs Requested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Policy impact — what governance changed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Not tracked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Every enrichment recorded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From Fragmented Tools to Unified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BEFORE: VMware says 4,350 VMs. Network says 12K ports. CMDB says 4,200 VMs. Cost bills 4,500. Manual reconciliation. Annual audit. "We think we have about 4,200 VMs."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AFTER with UDLM: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Intent:     4,180  ← what was requested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Requested:  4,180  ← what was approved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Realized:   4,350  ← what providers built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Discovered: 3,900  ← what's actually running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Deltas: 170 realized but never intended (shadow/orphaned). 450 realized but not discovered (offline or monitoring gap).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The numbers don't need to agree — the DELTAS between them are the operational intelligence.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UDLM tracks all four and lets policy determine what each delta means.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Enabling Automation Without Separate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Today: every automation needs 7+ separate integrations to gather data before it can act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→ VM spec from catalog, IP from IPAM, DNS from DNS tool, cost center from finance, approval from ITSM, compliance from governance, firewall from security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With UDLM: the entity already has everything — policy engine gathered it during the request lifecycle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→ Automation receives ONE complete entity and acts. No CMDB query. No IPAM lookup. No approval check.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The provider contract IS the integration — each data source team builds one provider, every consumer gets the data for free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Automation becomes stateless: entity in → action → updated entity out. No side-channel queries.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Event-driven automation: one UDLM event stream replaces subscriptions to 7 separate tool APIs.</a:t>
            </a:r>
          </a:p>
          <a:p>
            <a:pPr>
              <a:spcBef>
                <a:spcPts val="800"/>
              </a:spcBef>
              <a:defRPr sz="1800">
                <a:solidFill>
                  <a:srgbClr val="2D2D2D"/>
                </a:solidFill>
              </a:defRPr>
            </a:pPr>
            <a:r>
              <a:t>  → EDA rulebook subscribes to UDLM events, not 7 tool APIs. Entity arrives complete. Automation acts.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73152" cy="22860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Single Question That</a:t>
            </a:r>
            <a:br/>
            <a:r>
              <a:t>Justifies This</a:t>
            </a:r>
          </a:p>
          <a:p>
            <a:pPr>
              <a:spcBef>
                <a:spcPts val="1200"/>
              </a:spcBef>
              <a:defRPr sz="2000">
                <a:solidFill>
                  <a:srgbClr val="AAAAAA"/>
                </a:solidFill>
              </a:defRPr>
            </a:pPr>
            <a:r>
              <a:t>"If a critical vulnerability is announced in a library,</a:t>
            </a:r>
            <a:br/>
            <a:r>
              <a:t>can you tell me — within minutes, not days —</a:t>
            </a:r>
            <a:br/>
            <a:r>
              <a:t>every application, deployment, environment,</a:t>
            </a:r>
            <a:br/>
            <a:r>
              <a:t>and infrastructure resource affected,</a:t>
            </a:r>
            <a:br/>
            <a:r>
              <a:t>ranked by business impact,</a:t>
            </a:r>
            <a:br/>
            <a:r>
              <a:t>with the full dependency chain?"</a:t>
            </a:r>
            <a:br/>
            <a:br/>
            <a:r>
              <a:t>If you can't answer that today,</a:t>
            </a:r>
            <a:br/>
            <a:r>
              <a:t>you need a unified data model and dependency graph.</a:t>
            </a:r>
            <a:br/>
            <a:r>
              <a:t>That's UDLM.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